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4"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0FE4F78-0A05-4987-B876-A8B37D1E23C6}" type="datetimeFigureOut">
              <a:rPr lang="en-IN" smtClean="0"/>
              <a:t>05-07-2026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361327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FE4F78-0A05-4987-B876-A8B37D1E23C6}" type="datetimeFigureOut">
              <a:rPr lang="en-IN" smtClean="0"/>
              <a:t>05-07-2026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3080595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FE4F78-0A05-4987-B876-A8B37D1E23C6}" type="datetimeFigureOut">
              <a:rPr lang="en-IN" smtClean="0"/>
              <a:t>05-07-2026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3224797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FE4F78-0A05-4987-B876-A8B37D1E23C6}" type="datetimeFigureOut">
              <a:rPr lang="en-IN" smtClean="0"/>
              <a:t>05-07-2026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2914775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FE4F78-0A05-4987-B876-A8B37D1E23C6}" type="datetimeFigureOut">
              <a:rPr lang="en-IN" smtClean="0"/>
              <a:t>05-07-2026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1787226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FE4F78-0A05-4987-B876-A8B37D1E23C6}" type="datetimeFigureOut">
              <a:rPr lang="en-IN" smtClean="0"/>
              <a:t>05-07-2026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3867540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FE4F78-0A05-4987-B876-A8B37D1E23C6}" type="datetimeFigureOut">
              <a:rPr lang="en-IN" smtClean="0"/>
              <a:t>05-07-2026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520044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FE4F78-0A05-4987-B876-A8B37D1E23C6}" type="datetimeFigureOut">
              <a:rPr lang="en-IN" smtClean="0"/>
              <a:t>05-07-2026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3525617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FE4F78-0A05-4987-B876-A8B37D1E23C6}" type="datetimeFigureOut">
              <a:rPr lang="en-IN" smtClean="0"/>
              <a:t>05-07-2026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616879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FE4F78-0A05-4987-B876-A8B37D1E23C6}" type="datetimeFigureOut">
              <a:rPr lang="en-IN" smtClean="0"/>
              <a:t>05-07-2026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1490517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0FE4F78-0A05-4987-B876-A8B37D1E23C6}" type="datetimeFigureOut">
              <a:rPr lang="en-IN" smtClean="0"/>
              <a:t>05-07-2026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2816322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0FE4F78-0A05-4987-B876-A8B37D1E23C6}" type="datetimeFigureOut">
              <a:rPr lang="en-IN" smtClean="0"/>
              <a:t>05-07-2026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3001544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FE4F78-0A05-4987-B876-A8B37D1E23C6}" type="datetimeFigureOut">
              <a:rPr lang="en-IN" smtClean="0"/>
              <a:t>05-07-2026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4116792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0FE4F78-0A05-4987-B876-A8B37D1E23C6}" type="datetimeFigureOut">
              <a:rPr lang="en-IN" smtClean="0"/>
              <a:t>05-07-2026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470924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0FE4F78-0A05-4987-B876-A8B37D1E23C6}" type="datetimeFigureOut">
              <a:rPr lang="en-IN" smtClean="0"/>
              <a:t>05-07-2026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3556184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0FE4F78-0A05-4987-B876-A8B37D1E23C6}" type="datetimeFigureOut">
              <a:rPr lang="en-IN" smtClean="0"/>
              <a:t>05-07-2026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4013374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0FE4F78-0A05-4987-B876-A8B37D1E23C6}" type="datetimeFigureOut">
              <a:rPr lang="en-IN" smtClean="0"/>
              <a:t>05-07-2026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ECBAD0-F3B2-4E75-A55D-CBAE971B04CE}" type="slidenum">
              <a:rPr lang="en-IN" smtClean="0"/>
              <a:t>‹#›</a:t>
            </a:fld>
            <a:endParaRPr lang="en-IN"/>
          </a:p>
        </p:txBody>
      </p:sp>
    </p:spTree>
    <p:extLst>
      <p:ext uri="{BB962C8B-B14F-4D97-AF65-F5344CB8AC3E}">
        <p14:creationId xmlns:p14="http://schemas.microsoft.com/office/powerpoint/2010/main" val="89528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0FE4F78-0A05-4987-B876-A8B37D1E23C6}" type="datetimeFigureOut">
              <a:rPr lang="en-IN" smtClean="0"/>
              <a:t>05-07-2026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7FECBAD0-F3B2-4E75-A55D-CBAE971B04CE}" type="slidenum">
              <a:rPr lang="en-IN" smtClean="0"/>
              <a:t>‹#›</a:t>
            </a:fld>
            <a:endParaRPr lang="en-IN"/>
          </a:p>
        </p:txBody>
      </p:sp>
    </p:spTree>
    <p:extLst>
      <p:ext uri="{BB962C8B-B14F-4D97-AF65-F5344CB8AC3E}">
        <p14:creationId xmlns:p14="http://schemas.microsoft.com/office/powerpoint/2010/main" val="16147023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8A9D87E-8561-57BE-F4F7-7EA58666D547}"/>
              </a:ext>
            </a:extLst>
          </p:cNvPr>
          <p:cNvSpPr>
            <a:spLocks noGrp="1"/>
          </p:cNvSpPr>
          <p:nvPr>
            <p:ph type="title"/>
          </p:nvPr>
        </p:nvSpPr>
        <p:spPr/>
        <p:txBody>
          <a:bodyPr/>
          <a:lstStyle/>
          <a:p>
            <a:r>
              <a:rPr lang="en-IN" dirty="0"/>
              <a:t>                     DASHBOARD DESIGN</a:t>
            </a:r>
          </a:p>
        </p:txBody>
      </p:sp>
      <p:sp>
        <p:nvSpPr>
          <p:cNvPr id="7" name="Content Placeholder 6">
            <a:extLst>
              <a:ext uri="{FF2B5EF4-FFF2-40B4-BE49-F238E27FC236}">
                <a16:creationId xmlns:a16="http://schemas.microsoft.com/office/drawing/2014/main" id="{4668A886-A864-608E-2FAE-50612063ABCC}"/>
              </a:ext>
            </a:extLst>
          </p:cNvPr>
          <p:cNvSpPr>
            <a:spLocks noGrp="1"/>
          </p:cNvSpPr>
          <p:nvPr>
            <p:ph idx="1"/>
          </p:nvPr>
        </p:nvSpPr>
        <p:spPr>
          <a:xfrm>
            <a:off x="894736" y="3136490"/>
            <a:ext cx="9085878" cy="1858297"/>
          </a:xfrm>
        </p:spPr>
        <p:txBody>
          <a:bodyPr/>
          <a:lstStyle/>
          <a:p>
            <a:r>
              <a:rPr lang="en-IN" dirty="0"/>
              <a:t>Submitted by: Laura </a:t>
            </a:r>
            <a:r>
              <a:rPr lang="en-IN" dirty="0" err="1"/>
              <a:t>Maurice.A</a:t>
            </a:r>
            <a:endParaRPr lang="en-IN" dirty="0"/>
          </a:p>
          <a:p>
            <a:r>
              <a:rPr lang="en-IN" dirty="0"/>
              <a:t>Submitted to: Elevate Labs</a:t>
            </a:r>
          </a:p>
          <a:p>
            <a:r>
              <a:rPr lang="en-IN" dirty="0"/>
              <a:t>Category: Internship ( Data Analyst)</a:t>
            </a:r>
          </a:p>
        </p:txBody>
      </p:sp>
    </p:spTree>
    <p:extLst>
      <p:ext uri="{BB962C8B-B14F-4D97-AF65-F5344CB8AC3E}">
        <p14:creationId xmlns:p14="http://schemas.microsoft.com/office/powerpoint/2010/main" val="3879836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4BA2-8E74-D311-49FD-4FBC3F611F07}"/>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8FC0EC71-9B2C-F797-513E-C1BDDC659157}"/>
              </a:ext>
            </a:extLst>
          </p:cNvPr>
          <p:cNvSpPr>
            <a:spLocks noGrp="1"/>
          </p:cNvSpPr>
          <p:nvPr>
            <p:ph idx="1"/>
          </p:nvPr>
        </p:nvSpPr>
        <p:spPr>
          <a:xfrm>
            <a:off x="1154954" y="2969342"/>
            <a:ext cx="8825659" cy="3050458"/>
          </a:xfrm>
        </p:spPr>
        <p:txBody>
          <a:bodyPr/>
          <a:lstStyle/>
          <a:p>
            <a:r>
              <a:rPr lang="en-IN" dirty="0"/>
              <a:t>The objective of this task is to design an interactive and visually appealing business dashboard using Power BI or Tableau. The dashboard aims to present key business metrics such as sales, profit, and growth through effective visualizations, filters, and KPI cards. It enables stakeholders to </a:t>
            </a:r>
            <a:r>
              <a:rPr lang="en-IN" dirty="0" err="1"/>
              <a:t>analyze</a:t>
            </a:r>
            <a:r>
              <a:rPr lang="en-IN" dirty="0"/>
              <a:t> trends, monitor performance, and make informed business decisions using clear and actionable insights.</a:t>
            </a:r>
          </a:p>
        </p:txBody>
      </p:sp>
    </p:spTree>
    <p:extLst>
      <p:ext uri="{BB962C8B-B14F-4D97-AF65-F5344CB8AC3E}">
        <p14:creationId xmlns:p14="http://schemas.microsoft.com/office/powerpoint/2010/main" val="791503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FDEA2-63DD-05F3-1BB4-6C5F7750F4AD}"/>
              </a:ext>
            </a:extLst>
          </p:cNvPr>
          <p:cNvSpPr>
            <a:spLocks noGrp="1"/>
          </p:cNvSpPr>
          <p:nvPr>
            <p:ph type="title"/>
          </p:nvPr>
        </p:nvSpPr>
        <p:spPr/>
        <p:txBody>
          <a:bodyPr/>
          <a:lstStyle/>
          <a:p>
            <a:r>
              <a:rPr lang="en-IN" dirty="0"/>
              <a:t>DATASET:</a:t>
            </a:r>
          </a:p>
        </p:txBody>
      </p:sp>
      <p:sp>
        <p:nvSpPr>
          <p:cNvPr id="3" name="Content Placeholder 2">
            <a:extLst>
              <a:ext uri="{FF2B5EF4-FFF2-40B4-BE49-F238E27FC236}">
                <a16:creationId xmlns:a16="http://schemas.microsoft.com/office/drawing/2014/main" id="{751C4505-6DF3-02A3-26D5-EF787D90FA96}"/>
              </a:ext>
            </a:extLst>
          </p:cNvPr>
          <p:cNvSpPr>
            <a:spLocks noGrp="1"/>
          </p:cNvSpPr>
          <p:nvPr>
            <p:ph idx="1"/>
          </p:nvPr>
        </p:nvSpPr>
        <p:spPr>
          <a:xfrm>
            <a:off x="1154954" y="2910348"/>
            <a:ext cx="8825659" cy="3109452"/>
          </a:xfrm>
        </p:spPr>
        <p:txBody>
          <a:bodyPr/>
          <a:lstStyle/>
          <a:p>
            <a:r>
              <a:rPr lang="en-IN" dirty="0"/>
              <a:t>Dataset: Sample Superstore Dataset.</a:t>
            </a:r>
          </a:p>
          <a:p>
            <a:r>
              <a:rPr lang="en-IN" dirty="0"/>
              <a:t>Source: Kaggle</a:t>
            </a:r>
          </a:p>
          <a:p>
            <a:r>
              <a:rPr lang="en-IN" dirty="0"/>
              <a:t>File Format: CSV (.csv).</a:t>
            </a:r>
          </a:p>
          <a:p>
            <a:r>
              <a:rPr lang="en-IN" dirty="0"/>
              <a:t>Number of Records: Approximately </a:t>
            </a:r>
            <a:r>
              <a:rPr lang="en-IN" b="1" dirty="0"/>
              <a:t>9,994 rows.</a:t>
            </a:r>
          </a:p>
          <a:p>
            <a:r>
              <a:rPr lang="en-IN" dirty="0"/>
              <a:t>Number of Columns: 21 columns.</a:t>
            </a:r>
          </a:p>
          <a:p>
            <a:endParaRPr lang="en-IN" dirty="0"/>
          </a:p>
          <a:p>
            <a:endParaRPr lang="en-IN" dirty="0"/>
          </a:p>
        </p:txBody>
      </p:sp>
    </p:spTree>
    <p:extLst>
      <p:ext uri="{BB962C8B-B14F-4D97-AF65-F5344CB8AC3E}">
        <p14:creationId xmlns:p14="http://schemas.microsoft.com/office/powerpoint/2010/main" val="834268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7B182-2111-3CD2-C2F5-F7DF1F84E8EC}"/>
              </a:ext>
            </a:extLst>
          </p:cNvPr>
          <p:cNvSpPr>
            <a:spLocks noGrp="1"/>
          </p:cNvSpPr>
          <p:nvPr>
            <p:ph type="title"/>
          </p:nvPr>
        </p:nvSpPr>
        <p:spPr/>
        <p:txBody>
          <a:bodyPr/>
          <a:lstStyle/>
          <a:p>
            <a:r>
              <a:rPr lang="en-IN" dirty="0"/>
              <a:t>KPI’s USED:</a:t>
            </a:r>
          </a:p>
        </p:txBody>
      </p:sp>
      <p:sp>
        <p:nvSpPr>
          <p:cNvPr id="3" name="Content Placeholder 2">
            <a:extLst>
              <a:ext uri="{FF2B5EF4-FFF2-40B4-BE49-F238E27FC236}">
                <a16:creationId xmlns:a16="http://schemas.microsoft.com/office/drawing/2014/main" id="{C6F7BABD-3765-84FD-80F4-5B14A9569D4A}"/>
              </a:ext>
            </a:extLst>
          </p:cNvPr>
          <p:cNvSpPr>
            <a:spLocks noGrp="1"/>
          </p:cNvSpPr>
          <p:nvPr>
            <p:ph idx="1"/>
          </p:nvPr>
        </p:nvSpPr>
        <p:spPr>
          <a:xfrm>
            <a:off x="1154954" y="3165987"/>
            <a:ext cx="8825659" cy="3411793"/>
          </a:xfrm>
        </p:spPr>
        <p:txBody>
          <a:bodyPr/>
          <a:lstStyle/>
          <a:p>
            <a:r>
              <a:rPr lang="en-IN" b="1" dirty="0"/>
              <a:t>Total Sales:</a:t>
            </a:r>
          </a:p>
          <a:p>
            <a:r>
              <a:rPr lang="en-IN" dirty="0"/>
              <a:t>Displays the total revenue generated from all orders. </a:t>
            </a:r>
          </a:p>
          <a:p>
            <a:r>
              <a:rPr lang="en-IN" dirty="0"/>
              <a:t>Helps measure the overall sales performance.</a:t>
            </a:r>
          </a:p>
          <a:p>
            <a:endParaRPr lang="en-IN" dirty="0"/>
          </a:p>
          <a:p>
            <a:r>
              <a:rPr lang="en-IN" b="1" dirty="0"/>
              <a:t>Total Profit:</a:t>
            </a:r>
          </a:p>
          <a:p>
            <a:r>
              <a:rPr lang="en-IN" dirty="0"/>
              <a:t>Shows the total profit earned after all sales. </a:t>
            </a:r>
          </a:p>
          <a:p>
            <a:r>
              <a:rPr lang="en-IN" dirty="0"/>
              <a:t>Indicates the overall profitability of the business.</a:t>
            </a:r>
          </a:p>
          <a:p>
            <a:endParaRPr lang="en-IN" dirty="0"/>
          </a:p>
          <a:p>
            <a:endParaRPr lang="en-IN" dirty="0"/>
          </a:p>
        </p:txBody>
      </p:sp>
    </p:spTree>
    <p:extLst>
      <p:ext uri="{BB962C8B-B14F-4D97-AF65-F5344CB8AC3E}">
        <p14:creationId xmlns:p14="http://schemas.microsoft.com/office/powerpoint/2010/main" val="3320801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16D36-0254-859F-FB45-0195C64058C5}"/>
              </a:ext>
            </a:extLst>
          </p:cNvPr>
          <p:cNvSpPr>
            <a:spLocks noGrp="1"/>
          </p:cNvSpPr>
          <p:nvPr>
            <p:ph type="title"/>
          </p:nvPr>
        </p:nvSpPr>
        <p:spPr/>
        <p:txBody>
          <a:bodyPr/>
          <a:lstStyle/>
          <a:p>
            <a:r>
              <a:rPr lang="en-IN" dirty="0"/>
              <a:t>KPI’s USED:</a:t>
            </a:r>
          </a:p>
        </p:txBody>
      </p:sp>
      <p:sp>
        <p:nvSpPr>
          <p:cNvPr id="3" name="Content Placeholder 2">
            <a:extLst>
              <a:ext uri="{FF2B5EF4-FFF2-40B4-BE49-F238E27FC236}">
                <a16:creationId xmlns:a16="http://schemas.microsoft.com/office/drawing/2014/main" id="{E9EB22C6-8DD4-A5C6-CD09-7F24D35E9853}"/>
              </a:ext>
            </a:extLst>
          </p:cNvPr>
          <p:cNvSpPr>
            <a:spLocks noGrp="1"/>
          </p:cNvSpPr>
          <p:nvPr>
            <p:ph idx="1"/>
          </p:nvPr>
        </p:nvSpPr>
        <p:spPr>
          <a:xfrm>
            <a:off x="1154954" y="2772696"/>
            <a:ext cx="8825659" cy="3247103"/>
          </a:xfrm>
        </p:spPr>
        <p:txBody>
          <a:bodyPr/>
          <a:lstStyle/>
          <a:p>
            <a:r>
              <a:rPr lang="en-IN" b="1" dirty="0"/>
              <a:t>Total Orders:</a:t>
            </a:r>
          </a:p>
          <a:p>
            <a:r>
              <a:rPr lang="en-IN" dirty="0"/>
              <a:t>Displays the total number of customer orders. </a:t>
            </a:r>
          </a:p>
          <a:p>
            <a:r>
              <a:rPr lang="en-IN" dirty="0"/>
              <a:t>Helps understand the volume of business transactions.</a:t>
            </a:r>
          </a:p>
          <a:p>
            <a:endParaRPr lang="en-IN" dirty="0"/>
          </a:p>
          <a:p>
            <a:r>
              <a:rPr lang="en-IN" b="1" dirty="0"/>
              <a:t>Total Quantity Sold:</a:t>
            </a:r>
          </a:p>
          <a:p>
            <a:r>
              <a:rPr lang="en-IN" dirty="0"/>
              <a:t>Shows the total number of products sold. </a:t>
            </a:r>
          </a:p>
          <a:p>
            <a:r>
              <a:rPr lang="en-IN" dirty="0"/>
              <a:t>Helps </a:t>
            </a:r>
            <a:r>
              <a:rPr lang="en-IN" dirty="0" err="1"/>
              <a:t>analyze</a:t>
            </a:r>
            <a:r>
              <a:rPr lang="en-IN" dirty="0"/>
              <a:t> customer demand and inventory movement.</a:t>
            </a:r>
          </a:p>
          <a:p>
            <a:endParaRPr lang="en-IN" dirty="0"/>
          </a:p>
          <a:p>
            <a:endParaRPr lang="en-IN" dirty="0"/>
          </a:p>
        </p:txBody>
      </p:sp>
    </p:spTree>
    <p:extLst>
      <p:ext uri="{BB962C8B-B14F-4D97-AF65-F5344CB8AC3E}">
        <p14:creationId xmlns:p14="http://schemas.microsoft.com/office/powerpoint/2010/main" val="3051530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9773-14B5-45EE-D7D8-473FD184CCC5}"/>
              </a:ext>
            </a:extLst>
          </p:cNvPr>
          <p:cNvSpPr>
            <a:spLocks noGrp="1"/>
          </p:cNvSpPr>
          <p:nvPr>
            <p:ph type="title"/>
          </p:nvPr>
        </p:nvSpPr>
        <p:spPr/>
        <p:txBody>
          <a:bodyPr/>
          <a:lstStyle/>
          <a:p>
            <a:r>
              <a:rPr lang="en-IN" dirty="0"/>
              <a:t>VISUALIZATION’s USED:</a:t>
            </a:r>
          </a:p>
        </p:txBody>
      </p:sp>
      <p:sp>
        <p:nvSpPr>
          <p:cNvPr id="3" name="Content Placeholder 2">
            <a:extLst>
              <a:ext uri="{FF2B5EF4-FFF2-40B4-BE49-F238E27FC236}">
                <a16:creationId xmlns:a16="http://schemas.microsoft.com/office/drawing/2014/main" id="{6F6B7646-5C5D-BE0D-85FE-2219D5629F05}"/>
              </a:ext>
            </a:extLst>
          </p:cNvPr>
          <p:cNvSpPr>
            <a:spLocks noGrp="1"/>
          </p:cNvSpPr>
          <p:nvPr>
            <p:ph idx="1"/>
          </p:nvPr>
        </p:nvSpPr>
        <p:spPr>
          <a:xfrm>
            <a:off x="1154954" y="2910348"/>
            <a:ext cx="8825659" cy="3109452"/>
          </a:xfrm>
        </p:spPr>
        <p:txBody>
          <a:bodyPr/>
          <a:lstStyle/>
          <a:p>
            <a:r>
              <a:rPr lang="en-IN" dirty="0"/>
              <a:t>Card </a:t>
            </a:r>
          </a:p>
          <a:p>
            <a:r>
              <a:rPr lang="en-IN" dirty="0"/>
              <a:t>Bar Chart </a:t>
            </a:r>
          </a:p>
          <a:p>
            <a:r>
              <a:rPr lang="en-IN" dirty="0"/>
              <a:t>Pie Chart </a:t>
            </a:r>
          </a:p>
          <a:p>
            <a:r>
              <a:rPr lang="en-IN" dirty="0"/>
              <a:t>Line Chart </a:t>
            </a:r>
          </a:p>
          <a:p>
            <a:r>
              <a:rPr lang="en-IN" dirty="0"/>
              <a:t>Column Chart </a:t>
            </a:r>
          </a:p>
          <a:p>
            <a:r>
              <a:rPr lang="en-IN" dirty="0" err="1"/>
              <a:t>Treemap</a:t>
            </a:r>
            <a:r>
              <a:rPr lang="en-IN" dirty="0"/>
              <a:t> </a:t>
            </a:r>
          </a:p>
          <a:p>
            <a:r>
              <a:rPr lang="en-IN" dirty="0"/>
              <a:t>Slicers </a:t>
            </a:r>
          </a:p>
          <a:p>
            <a:endParaRPr lang="en-IN" dirty="0"/>
          </a:p>
        </p:txBody>
      </p:sp>
    </p:spTree>
    <p:extLst>
      <p:ext uri="{BB962C8B-B14F-4D97-AF65-F5344CB8AC3E}">
        <p14:creationId xmlns:p14="http://schemas.microsoft.com/office/powerpoint/2010/main" val="871889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ABBE-4AB9-8EA4-4C3D-AD12D71BA99F}"/>
              </a:ext>
            </a:extLst>
          </p:cNvPr>
          <p:cNvSpPr>
            <a:spLocks noGrp="1"/>
          </p:cNvSpPr>
          <p:nvPr>
            <p:ph type="title"/>
          </p:nvPr>
        </p:nvSpPr>
        <p:spPr/>
        <p:txBody>
          <a:bodyPr/>
          <a:lstStyle/>
          <a:p>
            <a:r>
              <a:rPr lang="en-IN" dirty="0"/>
              <a:t>BUSINESS INSIGHTS:</a:t>
            </a:r>
          </a:p>
        </p:txBody>
      </p:sp>
      <p:sp>
        <p:nvSpPr>
          <p:cNvPr id="5" name="Rectangle 1">
            <a:extLst>
              <a:ext uri="{FF2B5EF4-FFF2-40B4-BE49-F238E27FC236}">
                <a16:creationId xmlns:a16="http://schemas.microsoft.com/office/drawing/2014/main" id="{A797518F-4B40-1AA5-8B43-817C1AD7362D}"/>
              </a:ext>
            </a:extLst>
          </p:cNvPr>
          <p:cNvSpPr>
            <a:spLocks noGrp="1" noChangeArrowheads="1"/>
          </p:cNvSpPr>
          <p:nvPr>
            <p:ph sz="half" idx="1"/>
          </p:nvPr>
        </p:nvSpPr>
        <p:spPr bwMode="auto">
          <a:xfrm>
            <a:off x="875072" y="3572987"/>
            <a:ext cx="472931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Highest Sales Category: Technology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Best Performing Region: West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Top Customer Segment: Consumer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Sales Trend: Seasonal Fluctuations </a:t>
            </a:r>
          </a:p>
        </p:txBody>
      </p:sp>
      <p:sp>
        <p:nvSpPr>
          <p:cNvPr id="6" name="Rectangle 2">
            <a:extLst>
              <a:ext uri="{FF2B5EF4-FFF2-40B4-BE49-F238E27FC236}">
                <a16:creationId xmlns:a16="http://schemas.microsoft.com/office/drawing/2014/main" id="{C2F5182D-AE49-8A4E-F1DD-EACB9B7B5689}"/>
              </a:ext>
            </a:extLst>
          </p:cNvPr>
          <p:cNvSpPr>
            <a:spLocks noGrp="1" noChangeArrowheads="1"/>
          </p:cNvSpPr>
          <p:nvPr>
            <p:ph sz="half" idx="2"/>
          </p:nvPr>
        </p:nvSpPr>
        <p:spPr bwMode="auto">
          <a:xfrm>
            <a:off x="6208713" y="3157488"/>
            <a:ext cx="453794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Improve profitability by reducing excessive discounts.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Focus on high-performing products.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Use filters to analyze specific business areas.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Support strategic business decisions using dashboard insights. </a:t>
            </a:r>
          </a:p>
        </p:txBody>
      </p:sp>
    </p:spTree>
    <p:extLst>
      <p:ext uri="{BB962C8B-B14F-4D97-AF65-F5344CB8AC3E}">
        <p14:creationId xmlns:p14="http://schemas.microsoft.com/office/powerpoint/2010/main" val="3058342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A1B3B-5027-CDAD-427B-CA623141FBA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880F66C0-1888-50C8-D85F-BA025B257DF0}"/>
              </a:ext>
            </a:extLst>
          </p:cNvPr>
          <p:cNvSpPr>
            <a:spLocks noGrp="1"/>
          </p:cNvSpPr>
          <p:nvPr>
            <p:ph idx="1"/>
          </p:nvPr>
        </p:nvSpPr>
        <p:spPr>
          <a:xfrm>
            <a:off x="1154954" y="3048000"/>
            <a:ext cx="8825659" cy="2971800"/>
          </a:xfrm>
        </p:spPr>
        <p:txBody>
          <a:bodyPr/>
          <a:lstStyle/>
          <a:p>
            <a:r>
              <a:rPr lang="en-IN" dirty="0"/>
              <a:t>The interactive dashboard effectively presents key business metrics through clear visualizations and interactive features. It enables stakeholders to </a:t>
            </a:r>
            <a:r>
              <a:rPr lang="en-IN" dirty="0" err="1"/>
              <a:t>analyze</a:t>
            </a:r>
            <a:r>
              <a:rPr lang="en-IN" dirty="0"/>
              <a:t> sales, profit, and performance trends, supporting informed decision-making and demonstrating the practical use of Power BI for business intelligence.</a:t>
            </a:r>
          </a:p>
        </p:txBody>
      </p:sp>
    </p:spTree>
    <p:extLst>
      <p:ext uri="{BB962C8B-B14F-4D97-AF65-F5344CB8AC3E}">
        <p14:creationId xmlns:p14="http://schemas.microsoft.com/office/powerpoint/2010/main" val="40518906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24</TotalTime>
  <Words>327</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Ion Boardroom</vt:lpstr>
      <vt:lpstr>                     DASHBOARD DESIGN</vt:lpstr>
      <vt:lpstr>OBJECTIVE:</vt:lpstr>
      <vt:lpstr>DATASET:</vt:lpstr>
      <vt:lpstr>KPI’s USED:</vt:lpstr>
      <vt:lpstr>KPI’s USED:</vt:lpstr>
      <vt:lpstr>VISUALIZATION’s USED:</vt:lpstr>
      <vt:lpstr>BUSINESS INSIGHTS: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 Maurice</dc:creator>
  <cp:lastModifiedBy>Laura Maurice</cp:lastModifiedBy>
  <cp:revision>1</cp:revision>
  <dcterms:created xsi:type="dcterms:W3CDTF">2026-07-05T16:02:41Z</dcterms:created>
  <dcterms:modified xsi:type="dcterms:W3CDTF">2026-07-05T16:27:27Z</dcterms:modified>
</cp:coreProperties>
</file>